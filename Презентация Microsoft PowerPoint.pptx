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7" r:id="rId12"/>
    <p:sldId id="266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52A8E9-B702-411D-BE10-106B819E4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B7E38F-8F49-4071-A80C-D214597C4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934079-F1D8-4F25-9D0A-9313FBCB2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8515-5FE9-402A-83E0-DC41D7F592F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53DBB6-CE80-4CB7-9A3B-4A4358454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C816F7-155E-4C98-8872-44CB91804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9DF8-CCE9-4A72-89BA-E402E178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46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AA2122-545A-44A5-9311-508631E06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E783E5-43CC-45E6-A343-AC33323BC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DCA674-FB1D-4C0D-B9BA-260464789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8515-5FE9-402A-83E0-DC41D7F592F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8FFFFA-9108-4E27-80AE-7D6494926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E6E9BD-E579-4366-B815-C7E0AD131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9DF8-CCE9-4A72-89BA-E402E178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0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F7B00-7DB7-43C7-ABB6-D39CCB592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A91616-DF80-4BC8-A687-6F3A0A29D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588EF2-F11E-4469-BA86-2D36FD06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8515-5FE9-402A-83E0-DC41D7F592F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A9543E-8475-458C-B59B-5ECCB9FD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297B9A-1A8B-4561-BAD8-E0783104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9DF8-CCE9-4A72-89BA-E402E178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1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C0AE5-0CEC-4FC7-8C15-3C4ABF24F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FB0D7D-D10B-47D3-9FC4-BFCBFCA7C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9731B0-3AAE-41DF-943F-E0755036C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D427D7-2EB8-4785-ADC4-6A815F21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8515-5FE9-402A-83E0-DC41D7F592F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F2F2F1-C3EB-4B7A-BAAD-B55EF4E84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98C06B-3123-412B-9A4F-4F2C3C35B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9DF8-CCE9-4A72-89BA-E402E178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95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312EF-8F43-4DDE-A784-465A0088A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5991D7-4EF1-424B-947C-322140EEE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EF432A-2F77-4A39-B247-EC9D40910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08FD5B6-8815-4B8C-B4BC-49BFADD83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E8FE897-5966-4B71-AB58-AE4323E54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70052DD-B12D-417C-86CF-6610EB3C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8515-5FE9-402A-83E0-DC41D7F592F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3E362D-86A5-4999-B4EF-FD851903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2F56DA-E234-4701-AED2-B401268A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9DF8-CCE9-4A72-89BA-E402E178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65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57B09A-EF1A-49A9-888F-95F6382E2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3F53F7-B8F4-457F-9F2F-05E2F4D7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8515-5FE9-402A-83E0-DC41D7F592F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67F162D-D159-4048-98DD-7A254C508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DA1217-5012-4932-B9A5-D7D82498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9DF8-CCE9-4A72-89BA-E402E178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69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C3A695C-9B22-4E14-A1B5-30E48100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8515-5FE9-402A-83E0-DC41D7F592F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8321FA6-2C32-436E-B1F7-EAB5D3C2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133224-EB2E-4A43-8556-83C02FDCA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9DF8-CCE9-4A72-89BA-E402E178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2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F8969-A45B-451A-B66C-08DB67AC7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DC96C3-EC85-462C-A628-59225EA85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DC50CD-293B-4057-82CD-949A7E7FC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23C2F0-A715-47C9-972F-5C263CB2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8515-5FE9-402A-83E0-DC41D7F592F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AD8795-F10E-40B4-B99A-C04F2AFB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C8E324-A8C0-4795-8D7B-A9D385F33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9DF8-CCE9-4A72-89BA-E402E178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82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0340A8-D746-4F53-A79D-5BCC0FD6F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C0F5D3D-290B-4D90-8499-30D632887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3BC53E-C5E1-4917-8D2D-7AFDF0879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59DCF6-50FF-438B-AD5B-9FDEF692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8515-5FE9-402A-83E0-DC41D7F592F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157B3B-839B-4A1E-85D0-43D021B4B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642321-DEF3-4110-A570-F1C3C423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9DF8-CCE9-4A72-89BA-E402E178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71599-9B85-4060-A50A-C081BEC42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FD373F-B7D6-43F5-8138-DBB854FC0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7AE796-9973-4FD7-A61C-A4637C3E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8515-5FE9-402A-83E0-DC41D7F592F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2CDD9C-18E9-4106-ABAB-E2F53FA3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CAD22-03F4-4E8D-8D89-86EF31B10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9DF8-CCE9-4A72-89BA-E402E178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33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CAEE4DF-4F68-46C7-9302-33862C625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71FFF9-5D4F-4364-9C1C-E8379CB53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F478F1-1FC9-4A9A-BD4D-737A45AB4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8515-5FE9-402A-83E0-DC41D7F592F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6437DB-F3AE-4930-85DE-13D7F642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06D202-2BCC-4038-9B8F-501070D1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9DF8-CCE9-4A72-89BA-E402E178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4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ED4093-5DC3-4881-86A9-900E8B3DE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B1A2A9-B61E-44BE-A992-AF986DDCB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E35776-0F1C-4718-B61F-FFF98C8ED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D8515-5FE9-402A-83E0-DC41D7F592F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2C7E5F-6003-4C00-A842-415278415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32A08-F742-4E4B-A06E-4D2C571ED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9DF8-CCE9-4A72-89BA-E402E178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7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54C89-3157-4486-9649-03223B971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6E9039D-A310-4FA4-A3AE-2928C6E51F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2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4CE67-B747-46B4-9927-D2B4F5C7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ТУТ процесс генерации/публикации </a:t>
            </a:r>
            <a:r>
              <a:rPr lang="ru-RU" dirty="0" err="1"/>
              <a:t>твитов</a:t>
            </a:r>
            <a:br>
              <a:rPr lang="ru-RU" dirty="0"/>
            </a:br>
            <a:r>
              <a:rPr lang="ru-RU" dirty="0"/>
              <a:t>Весь основной процесс тут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B2955D3-1919-46E0-9D86-F15131D2B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124" y="1600200"/>
            <a:ext cx="10515600" cy="5257800"/>
          </a:xfrm>
        </p:spPr>
      </p:pic>
    </p:spTree>
    <p:extLst>
      <p:ext uri="{BB962C8B-B14F-4D97-AF65-F5344CB8AC3E}">
        <p14:creationId xmlns:p14="http://schemas.microsoft.com/office/powerpoint/2010/main" val="56240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24468-FD6E-4277-BF78-5CFAF716F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Так выглядит </a:t>
            </a:r>
            <a:r>
              <a:rPr lang="en-US" dirty="0"/>
              <a:t>N8N </a:t>
            </a:r>
            <a:r>
              <a:rPr lang="ru-RU" dirty="0"/>
              <a:t>тут видны наши активные </a:t>
            </a:r>
            <a:r>
              <a:rPr lang="ru-RU" dirty="0" err="1"/>
              <a:t>воркфлоу</a:t>
            </a:r>
            <a:endParaRPr lang="en-US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BA684D2-3115-4B32-AC84-FDF72774D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892" t="5838"/>
          <a:stretch/>
        </p:blipFill>
        <p:spPr>
          <a:xfrm>
            <a:off x="1481959" y="1970690"/>
            <a:ext cx="8920193" cy="420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65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0B2E7-358D-4A1A-B7C9-4F46E321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Тут происходит генерация дайджестов для каждого агента на основе их доноров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D0A87F0-7223-434D-9110-C9CE2228A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9521" y="1825625"/>
            <a:ext cx="8612957" cy="4351338"/>
          </a:xfrm>
        </p:spPr>
      </p:pic>
    </p:spTree>
    <p:extLst>
      <p:ext uri="{BB962C8B-B14F-4D97-AF65-F5344CB8AC3E}">
        <p14:creationId xmlns:p14="http://schemas.microsoft.com/office/powerpoint/2010/main" val="160339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E5978-7E39-4114-A9B8-8C0776211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Тут собирается статистика наших агентов (собирается в </a:t>
            </a:r>
            <a:r>
              <a:rPr lang="ru-RU" dirty="0" err="1"/>
              <a:t>админку</a:t>
            </a:r>
            <a:r>
              <a:rPr lang="ru-RU" dirty="0"/>
              <a:t>/</a:t>
            </a:r>
            <a:r>
              <a:rPr lang="ru-RU" dirty="0" err="1"/>
              <a:t>эксель</a:t>
            </a:r>
            <a:r>
              <a:rPr lang="ru-RU" dirty="0"/>
              <a:t>/</a:t>
            </a:r>
            <a:r>
              <a:rPr lang="ru-RU" dirty="0" err="1"/>
              <a:t>тг</a:t>
            </a:r>
            <a:r>
              <a:rPr lang="ru-RU" dirty="0"/>
              <a:t>)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0553D48-ED9F-42AE-9BED-787B73277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9719" y="1825625"/>
            <a:ext cx="8672562" cy="4351338"/>
          </a:xfrm>
        </p:spPr>
      </p:pic>
    </p:spTree>
    <p:extLst>
      <p:ext uri="{BB962C8B-B14F-4D97-AF65-F5344CB8AC3E}">
        <p14:creationId xmlns:p14="http://schemas.microsoft.com/office/powerpoint/2010/main" val="279621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4B08E8-B2D1-40DF-87D0-E2EC196EC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Этот мой черновик, </a:t>
            </a:r>
            <a:r>
              <a:rPr lang="ru-RU" dirty="0" err="1"/>
              <a:t>мб</a:t>
            </a:r>
            <a:r>
              <a:rPr lang="ru-RU" dirty="0"/>
              <a:t> для масштаба нужно будет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6411F7F-FDF7-42EF-BA81-FBCB55F44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4537" y="1825625"/>
            <a:ext cx="8622926" cy="4351338"/>
          </a:xfrm>
        </p:spPr>
      </p:pic>
    </p:spTree>
    <p:extLst>
      <p:ext uri="{BB962C8B-B14F-4D97-AF65-F5344CB8AC3E}">
        <p14:creationId xmlns:p14="http://schemas.microsoft.com/office/powerpoint/2010/main" val="842140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8CC41-FF8D-46D5-A79A-B12F31F10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Страница (</a:t>
            </a:r>
            <a:r>
              <a:rPr lang="ru-RU" dirty="0" err="1"/>
              <a:t>админка</a:t>
            </a:r>
            <a:r>
              <a:rPr lang="ru-RU" dirty="0"/>
              <a:t>) с самими агентами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A349C4E-A565-439A-A49A-A7D785BB4A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5" t="6232"/>
          <a:stretch/>
        </p:blipFill>
        <p:spPr>
          <a:xfrm>
            <a:off x="1844566" y="2096813"/>
            <a:ext cx="8522108" cy="4080149"/>
          </a:xfrm>
        </p:spPr>
      </p:pic>
    </p:spTree>
    <p:extLst>
      <p:ext uri="{BB962C8B-B14F-4D97-AF65-F5344CB8AC3E}">
        <p14:creationId xmlns:p14="http://schemas.microsoft.com/office/powerpoint/2010/main" val="3726532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1099C-27F1-4D4D-871D-5E38F5F9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Сотник (бос)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32EB88C-31C0-4D61-A8D3-DE5883254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88" t="4783"/>
          <a:stretch/>
        </p:blipFill>
        <p:spPr>
          <a:xfrm>
            <a:off x="1860331" y="2033751"/>
            <a:ext cx="8513065" cy="4143211"/>
          </a:xfrm>
        </p:spPr>
      </p:pic>
    </p:spTree>
    <p:extLst>
      <p:ext uri="{BB962C8B-B14F-4D97-AF65-F5344CB8AC3E}">
        <p14:creationId xmlns:p14="http://schemas.microsoft.com/office/powerpoint/2010/main" val="2116820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BF204-ADA5-4995-8B37-609187FB2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Тоже сотник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6149667-2620-48A8-99B4-BD6E683E6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530" y="1825625"/>
            <a:ext cx="9460939" cy="4351338"/>
          </a:xfrm>
        </p:spPr>
      </p:pic>
    </p:spTree>
    <p:extLst>
      <p:ext uri="{BB962C8B-B14F-4D97-AF65-F5344CB8AC3E}">
        <p14:creationId xmlns:p14="http://schemas.microsoft.com/office/powerpoint/2010/main" val="927630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57557-66B4-480A-9E95-3FDE251DD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Логирование действий агента (создание </a:t>
            </a:r>
            <a:r>
              <a:rPr lang="ru-RU" dirty="0" err="1"/>
              <a:t>твита</a:t>
            </a:r>
            <a:r>
              <a:rPr lang="ru-RU" dirty="0"/>
              <a:t>, дайджеста и </a:t>
            </a:r>
            <a:r>
              <a:rPr lang="ru-RU" dirty="0" err="1"/>
              <a:t>тд</a:t>
            </a:r>
            <a:r>
              <a:rPr lang="ru-RU" dirty="0"/>
              <a:t> (отдельно его мысли – </a:t>
            </a:r>
            <a:r>
              <a:rPr lang="ru-RU" dirty="0" err="1"/>
              <a:t>ресерчинг</a:t>
            </a:r>
            <a:r>
              <a:rPr lang="ru-RU" dirty="0"/>
              <a:t> и </a:t>
            </a:r>
            <a:r>
              <a:rPr lang="ru-RU" dirty="0" err="1"/>
              <a:t>отоговый</a:t>
            </a:r>
            <a:r>
              <a:rPr lang="ru-RU" dirty="0"/>
              <a:t> ответ))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122F4DB-6310-4071-A17C-6CCEC76D5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4545" y="1825625"/>
            <a:ext cx="9462909" cy="4351338"/>
          </a:xfrm>
        </p:spPr>
      </p:pic>
    </p:spTree>
    <p:extLst>
      <p:ext uri="{BB962C8B-B14F-4D97-AF65-F5344CB8AC3E}">
        <p14:creationId xmlns:p14="http://schemas.microsoft.com/office/powerpoint/2010/main" val="4255289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4FA20C-8652-44F7-A19E-A20C32A9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Статистика агентов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7D8CAAA-6C55-4A8E-9146-8BD6D5DBD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249" y="1825625"/>
            <a:ext cx="8871501" cy="4351338"/>
          </a:xfrm>
        </p:spPr>
      </p:pic>
    </p:spTree>
    <p:extLst>
      <p:ext uri="{BB962C8B-B14F-4D97-AF65-F5344CB8AC3E}">
        <p14:creationId xmlns:p14="http://schemas.microsoft.com/office/powerpoint/2010/main" val="4080783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0BA39-65C4-421D-97D1-FD6F99B8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395C802-AA88-4871-A202-1D949FB448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1128" y="1843580"/>
            <a:ext cx="4429743" cy="4315427"/>
          </a:xfrm>
        </p:spPr>
      </p:pic>
    </p:spTree>
    <p:extLst>
      <p:ext uri="{BB962C8B-B14F-4D97-AF65-F5344CB8AC3E}">
        <p14:creationId xmlns:p14="http://schemas.microsoft.com/office/powerpoint/2010/main" val="2884651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0AD08A-BD30-4D2E-9066-0E34BA23D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C8FEB3-4D7F-40E1-8C1A-208797A6B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595323-2AE4-4AF2-A28E-D2A941CDA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22" y="477361"/>
            <a:ext cx="5562463" cy="601551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26D178-0555-4D73-A8B8-D32A9D67C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109" y="1984721"/>
            <a:ext cx="6211167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210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88</Words>
  <Application>Microsoft Office PowerPoint</Application>
  <PresentationFormat>Широкоэкранный</PresentationFormat>
  <Paragraphs>10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Презентация PowerPoint</vt:lpstr>
      <vt:lpstr>ТУТ процесс генерации/публикации твитов Весь основной процесс тут</vt:lpstr>
      <vt:lpstr>Так выглядит N8N тут видны наши активные воркфлоу</vt:lpstr>
      <vt:lpstr>Тут происходит генерация дайджестов для каждого агента на основе их доноров</vt:lpstr>
      <vt:lpstr>Тут собирается статистика наших агентов (собирается в админку/эксель/тг)</vt:lpstr>
      <vt:lpstr>Этот мой черновик, мб для масштаба нужно будет</vt:lpstr>
      <vt:lpstr>Страница (админка) с самими агентами</vt:lpstr>
      <vt:lpstr>Сотник (бос)</vt:lpstr>
      <vt:lpstr>Тоже сотник</vt:lpstr>
      <vt:lpstr>Логирование действий агента (создание твита, дайджеста и тд (отдельно его мысли – ресерчинг и отоговый ответ))</vt:lpstr>
      <vt:lpstr>Статистика агентов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Ильяс Садыков</dc:creator>
  <cp:lastModifiedBy>Ильяс Садыков</cp:lastModifiedBy>
  <cp:revision>4</cp:revision>
  <dcterms:created xsi:type="dcterms:W3CDTF">2025-10-30T12:37:08Z</dcterms:created>
  <dcterms:modified xsi:type="dcterms:W3CDTF">2025-12-11T13:25:49Z</dcterms:modified>
</cp:coreProperties>
</file>